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88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266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33916" y="535881"/>
            <a:ext cx="6921796" cy="578623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11480" rIns="457200" rtlCol="0" anchor="ctr"/>
          <a:lstStyle/>
          <a:p>
            <a:pPr algn="ctr">
              <a:spcAft>
                <a:spcPts val="200"/>
              </a:spcAft>
              <a:defRPr sz="4000" b="1">
                <a:solidFill>
                  <a:srgbClr val="0284C7"/>
                </a:solidFill>
              </a:defRPr>
            </a:pPr>
            <a:r>
              <a:rPr sz="2800" dirty="0"/>
              <a:t>PRINT BRO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rPr sz="2000" dirty="0"/>
              <a:t>Scan. Pay. Print. — Autonomous Campus Kiosks</a:t>
            </a:r>
          </a:p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rPr sz="2000" dirty="0"/>
              <a:t>The Problem with Traditional Campus Printing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sz="2000" dirty="0"/>
              <a:t>• College students frequently need to print assignments, lab records, resumes, notes, project reports &amp; certificates.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sz="2000" dirty="0"/>
              <a:t>• Most campuses depend on 1 or 2 congested Xerox shops handling printing alongside binding, scanning, stationery &amp; lamination.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rPr sz="2000" dirty="0"/>
              <a:t>• A shopkeeper must manually: receive file, inspect, select settings, take payment, print, and hand over taking several minutes per student.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76813" y="731520"/>
            <a:ext cx="39620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840480" rIns="274320" rtlCol="0" anchor="ctr"/>
          <a:lstStyle/>
          <a:p>
            <a:pPr algn="ctr">
              <a:defRPr sz="1200" b="1">
                <a:solidFill>
                  <a:srgbClr val="475569"/>
                </a:solidFill>
              </a:defRPr>
            </a:pPr>
            <a:endParaRPr dirty="0"/>
          </a:p>
        </p:txBody>
      </p:sp>
      <p:pic>
        <p:nvPicPr>
          <p:cNvPr id="5" name="Picture 4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959" y="2177345"/>
            <a:ext cx="3761801" cy="1880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The Current Student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The painful friction points in an everyday student's printing journey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55648"/>
            <a:ext cx="1069848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rPr sz="2000" dirty="0"/>
              <a:t>CURRENT FLOW: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rPr sz="2000" dirty="0"/>
              <a:t>Student needs print  →  Goes to Xerox shop  →  Finds crowd  →  Waits in queue  →  Shares file  →  Payment  →  Printing  →  Collects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915" y="3429000"/>
            <a:ext cx="4040373" cy="2205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rPr sz="2000" dirty="0"/>
              <a:t>[FRICTION 1]  Queue &amp; Time Loss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Long queues during </a:t>
            </a:r>
            <a:r>
              <a:rPr lang="en-US" sz="2000" dirty="0"/>
              <a:t>breaks </a:t>
            </a:r>
            <a:endParaRPr sz="2000" dirty="0"/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1</a:t>
            </a:r>
            <a:r>
              <a:rPr lang="en-US" sz="2000" dirty="0"/>
              <a:t>0</a:t>
            </a:r>
            <a:r>
              <a:rPr sz="2000" dirty="0"/>
              <a:t> to </a:t>
            </a:r>
            <a:r>
              <a:rPr lang="en-US" sz="2000" dirty="0"/>
              <a:t>1</a:t>
            </a:r>
            <a:r>
              <a:rPr sz="2000" dirty="0"/>
              <a:t>5 mins spent just waiting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Peak-hour crowding before </a:t>
            </a:r>
            <a:r>
              <a:rPr lang="en-US" sz="2000" dirty="0"/>
              <a:t>    </a:t>
            </a:r>
            <a:r>
              <a:rPr sz="2000" dirty="0"/>
              <a:t>deadlines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</a:t>
            </a:r>
            <a:r>
              <a:rPr lang="en-US" sz="2000" dirty="0"/>
              <a:t>A</a:t>
            </a:r>
            <a:r>
              <a:rPr sz="2000" dirty="0"/>
              <a:t>rriving late to classes/labs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204" y="3429000"/>
            <a:ext cx="3550858" cy="27443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rPr sz="2000" dirty="0"/>
              <a:t>[FRICTION 2]  Manual Bottlenecks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Manual file handling takes operator time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WhatsApp file sharing creates privacy issues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Frequent manual billing &amp; cash disputes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9278" y="3202739"/>
            <a:ext cx="3679941" cy="31290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rPr sz="2000" dirty="0"/>
              <a:t>[FRICTION 3]  Location &amp; Hours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Limited printing locations across </a:t>
            </a:r>
            <a:r>
              <a:rPr lang="en-US" sz="2000" dirty="0"/>
              <a:t> </a:t>
            </a:r>
            <a:r>
              <a:rPr sz="2000" dirty="0"/>
              <a:t>campus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Heavy dependence on 1 or 2 shops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Closed early mornings and late evenings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🔴 Zero 24/7 printing option for hostels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PRINT BRO  |  CIE PITCH DECK  •  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More Than Just a Printing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The issue isn't simply the cost of printing — it is Time + Accessibility + Operational Efficiency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60" y="1755648"/>
            <a:ext cx="5953524" cy="51114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8747" y="2139696"/>
            <a:ext cx="5658647" cy="459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338CA"/>
                </a:solidFill>
              </a:defRPr>
            </a:pPr>
            <a:r>
              <a:rPr sz="2000" dirty="0"/>
              <a:t>[TIME DEFICIT]  The Disproportionate Time Equation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A student who needs only 5–10 pages spends significantly more time travelling to the shop, waiting in queue, and completing the transaction than the actual printing time.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Walking to shop &amp; return: 10–15 mins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Waiting in peak-hour queue: </a:t>
            </a:r>
            <a:r>
              <a:rPr lang="en-US" sz="2000" dirty="0"/>
              <a:t>15</a:t>
            </a:r>
            <a:r>
              <a:rPr sz="2000" dirty="0"/>
              <a:t>–30 mins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Operator file handling: 3–5 mins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Actual machine print time: Just </a:t>
            </a:r>
            <a:r>
              <a:rPr lang="en-US" sz="2000" dirty="0"/>
              <a:t>30</a:t>
            </a:r>
            <a:r>
              <a:rPr sz="2000" dirty="0"/>
              <a:t>–</a:t>
            </a:r>
            <a:r>
              <a:rPr lang="en-US" sz="2000" dirty="0"/>
              <a:t>4</a:t>
            </a:r>
            <a:r>
              <a:rPr sz="2000" dirty="0"/>
              <a:t>0 SECONDS!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Result: Over 90% of student time is pure deadweight waiting.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Across 4,000+ students, thousands of academic hours are wasted.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5444" y="2010968"/>
            <a:ext cx="6035040" cy="4847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2212848"/>
            <a:ext cx="5545092" cy="40523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rPr sz="2000" dirty="0"/>
              <a:t>[CAMPUS PRESSURE]  High-Stakes Deadline Chaos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This becomes especially problematic during critical periods: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  • Before Exams (Hall tickets, formulas)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  • During Assignment Submissions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  • During Project Reviews &amp; Reports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  • During Record Submissions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  • During Placement &amp; Job Application Drives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  • During College Events &amp; Conferences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Academic impact: Unavoidable delays cause panic, late , and missed deadlines outside student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Why Existing Xerox Shops Struggle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Limitations of the traditional model: Designed around the shop, rather than student convenience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504697"/>
              </p:ext>
            </p:extLst>
          </p:nvPr>
        </p:nvGraphicFramePr>
        <p:xfrm>
          <a:off x="731520" y="1828800"/>
          <a:ext cx="1069847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Traditional Xerox Shop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Operational Bottleneck / Problem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/>
                        <a:t>Single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Creates long queues and severe single-point bottlenecks.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/>
                        <a:t>Manual file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Takes operator time for every single customer.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/>
                        <a:t>Multiple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Printing gets mixed with binding, scanning, and stationery orders.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/>
                        <a:t>Limited working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Students cannot print anytime (closed at night/early morning).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 dirty="0"/>
                        <a:t>Physical presence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Student must stand at the counter to keep their place in 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/>
                        <a:t>High peak-hour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/>
                        <a:t>Crowding increases drastically before classes and deadlines.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rPr sz="2000"/>
                        <a:t>Operator-dependent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Every single order requires manual intervention to execute.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19877" y="5856094"/>
            <a:ext cx="10921764" cy="765544"/>
          </a:xfrm>
          <a:prstGeom prst="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2000" dirty="0"/>
              <a:t>CORE OBSERVATION: The existing model is designed around the shop, rather than around the student's convenience.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Our Opportunity: What If Printing Was Self-Service?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Imagine a student walking up to a kiosk: Upload Document → Select Pages → Choose B/W or Colour → Pay → Print → Collect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011680"/>
            <a:ext cx="4765513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08576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rPr sz="2000" dirty="0"/>
              <a:t>[NO MORE]  What We Eliminate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❌ Waiting for an operator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❌ Standing in a long queue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❌ Sharing files through WhatsApp repeatedly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❌ Manual order processing &amp; paper settings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❌ Waiting behind spiral binding and lamination orders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❌ Cash change hassles or manual calculation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011680"/>
            <a:ext cx="5747961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6492" y="2212848"/>
            <a:ext cx="5560827" cy="382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</a:defRPr>
            </a:pPr>
            <a:r>
              <a:rPr sz="2000" dirty="0"/>
              <a:t>[INSTEAD]  The Print Bro Advantage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✅ 100% Self-Service: Full student control via phone or touch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✅ Fast: Total transaction finished in under 45 seconds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✅ Digital Payment: Instant UPI (PhonePe, </a:t>
            </a:r>
            <a:r>
              <a:rPr sz="2000" dirty="0" err="1"/>
              <a:t>GPay</a:t>
            </a:r>
            <a:r>
              <a:rPr sz="2000" dirty="0"/>
              <a:t>, Paytm)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✅ Automated Printing: Cloud-orchestrated instant output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•  ✅ Available Inside Campus: Deploy</a:t>
            </a:r>
            <a:r>
              <a:rPr lang="en-US" sz="2000" dirty="0"/>
              <a:t>able</a:t>
            </a:r>
            <a:r>
              <a:rPr sz="2000" dirty="0"/>
              <a:t> in blocks &amp; hostels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05740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Introducing Print Bro / Smart Campus Printing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Print Bro is a self-service printing kiosk designed specifically for colleges, schools and institutional campuses</a:t>
            </a:r>
          </a:p>
        </p:txBody>
      </p:sp>
      <p:pic>
        <p:nvPicPr>
          <p:cNvPr id="6" name="Picture 5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65760"/>
            <a:ext cx="1691640" cy="8458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5302" y="2011680"/>
            <a:ext cx="1956391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rPr sz="2000" dirty="0"/>
              <a:t>STEP 1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rPr sz="2000" dirty="0"/>
              <a:t>1. UPLOAD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000" dirty="0"/>
              <a:t>Upload PDF / document through QR or kiosk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1219" y="2011680"/>
            <a:ext cx="2425925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4338CA"/>
                </a:solidFill>
              </a:defRPr>
            </a:pPr>
            <a:r>
              <a:rPr sz="2400" dirty="0"/>
              <a:t>STEP 2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rPr sz="2400" dirty="0"/>
              <a:t>2.CONFIGU</a:t>
            </a:r>
            <a:r>
              <a:rPr lang="en-IN" sz="2400" dirty="0"/>
              <a:t>R</a:t>
            </a:r>
            <a:r>
              <a:rPr sz="2400" dirty="0"/>
              <a:t>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Select exact pages, copies, B/W or </a:t>
            </a:r>
            <a:r>
              <a:rPr sz="2400" dirty="0" err="1"/>
              <a:t>colour</a:t>
            </a:r>
            <a:endParaRPr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5102352" y="2011680"/>
            <a:ext cx="209589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</a:defRPr>
            </a:pPr>
            <a:r>
              <a:rPr sz="2400" dirty="0"/>
              <a:t>STEP 3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rPr sz="2400" dirty="0"/>
              <a:t>3. PAY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Pay digitally using UPI </a:t>
            </a:r>
            <a:r>
              <a:rPr lang="en-US" sz="2400" dirty="0"/>
              <a:t>and  get code </a:t>
            </a:r>
            <a:endParaRPr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7287768" y="2011680"/>
            <a:ext cx="2221992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rPr sz="2400" dirty="0"/>
              <a:t>STEP 4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rPr sz="2400" dirty="0"/>
              <a:t>4. </a:t>
            </a:r>
            <a:r>
              <a:rPr lang="en-US" sz="2400" dirty="0"/>
              <a:t>ENTER CODE </a:t>
            </a:r>
            <a:endParaRPr sz="2400" dirty="0"/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Automated high-speed printing starts immediately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5840" y="2011680"/>
            <a:ext cx="2221992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28600" rIns="164592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</a:defRPr>
            </a:pPr>
            <a:r>
              <a:rPr sz="2400" dirty="0"/>
              <a:t>STEP 5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rPr sz="2400" dirty="0"/>
              <a:t>5. COLLECT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sz="2400" dirty="0"/>
              <a:t>Student receives the printed document neatly sorted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60" y="5879592"/>
            <a:ext cx="10698480" cy="1043054"/>
          </a:xfrm>
          <a:prstGeom prst="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rPr sz="2400" dirty="0"/>
              <a:t>GOAL: Turn a traditional counter-based printing experience into a self-service digital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Final 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Direct comparison between traditional campus printing and the Print Bro innovation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417890"/>
              </p:ext>
            </p:extLst>
          </p:nvPr>
        </p:nvGraphicFramePr>
        <p:xfrm>
          <a:off x="731520" y="1737360"/>
          <a:ext cx="7315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Existing Problem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Print Bro Solution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/>
                        <a:t>❌  Long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/>
                        <a:t>✅  Self-service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/>
                        <a:t>❌  Manual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/>
                        <a:t>✅  Automated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/>
                        <a:t>❌  Crowded Xerox shops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/>
                        <a:t>✅  Distributed kiosks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/>
                        <a:t>❌  Operator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/>
                        <a:t>✅  Student-controlled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 dirty="0"/>
                        <a:t>❌  Limited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/>
                        <a:t>✅  Campus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/>
                        <a:t>❌  No additional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/>
                        <a:t>✅  Advertising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rPr sz="2000"/>
                        <a:t>❌  No usage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rPr sz="2000" dirty="0"/>
                        <a:t>✅  Central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51215" y="1605410"/>
            <a:ext cx="31089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560320" rIns="182880" rtlCol="0" anchor="ctr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endParaRPr dirty="0"/>
          </a:p>
        </p:txBody>
      </p:sp>
      <p:pic>
        <p:nvPicPr>
          <p:cNvPr id="9" name="Picture 8" descr="printbr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592429"/>
            <a:ext cx="2926080" cy="1582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5728077"/>
            <a:ext cx="10698480" cy="1034229"/>
          </a:xfrm>
          <a:prstGeom prst="rect">
            <a:avLst/>
          </a:prstGeom>
          <a:solidFill>
            <a:srgbClr val="F1F5F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rPr sz="3200" dirty="0"/>
              <a:t>PRINT BRO: Smart Campus Printing Kiosks |  Thank You!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9D39-E910-E341-1D9F-4FB60E2F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CFE55-4543-E398-8E56-A38FB2343275}"/>
              </a:ext>
            </a:extLst>
          </p:cNvPr>
          <p:cNvSpPr/>
          <p:nvPr/>
        </p:nvSpPr>
        <p:spPr>
          <a:xfrm>
            <a:off x="0" y="22914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C12C6-5691-9D80-797F-B289DF5E7194}"/>
              </a:ext>
            </a:extLst>
          </p:cNvPr>
          <p:cNvSpPr txBox="1"/>
          <p:nvPr/>
        </p:nvSpPr>
        <p:spPr>
          <a:xfrm>
            <a:off x="588191" y="1273955"/>
            <a:ext cx="89611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BF58EB-36BD-AB75-C307-E80B5E9A835E}"/>
              </a:ext>
            </a:extLst>
          </p:cNvPr>
          <p:cNvSpPr/>
          <p:nvPr/>
        </p:nvSpPr>
        <p:spPr>
          <a:xfrm>
            <a:off x="7962372" y="1568930"/>
            <a:ext cx="3872102" cy="36793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560320" rIns="182880" rtlCol="0" anchor="ctr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endParaRPr dirty="0"/>
          </a:p>
        </p:txBody>
      </p:sp>
      <p:pic>
        <p:nvPicPr>
          <p:cNvPr id="9" name="Picture 8" descr="printbro_logo.png">
            <a:extLst>
              <a:ext uri="{FF2B5EF4-FFF2-40B4-BE49-F238E27FC236}">
                <a16:creationId xmlns:a16="http://schemas.microsoft.com/office/drawing/2014/main" id="{6AEB78A8-2896-63EA-B42C-3FB8DB1FC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91" y="1273955"/>
            <a:ext cx="7253176" cy="39217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609C60-B81F-C816-C0AC-73E654C882A0}"/>
              </a:ext>
            </a:extLst>
          </p:cNvPr>
          <p:cNvSpPr/>
          <p:nvPr/>
        </p:nvSpPr>
        <p:spPr>
          <a:xfrm>
            <a:off x="588191" y="5630432"/>
            <a:ext cx="10698480" cy="1034229"/>
          </a:xfrm>
          <a:prstGeom prst="rect">
            <a:avLst/>
          </a:prstGeom>
          <a:solidFill>
            <a:srgbClr val="F1F5F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rPr sz="3200" dirty="0"/>
              <a:t>PRINT BRO: Smart Campus Printing Kiosks |  Thank You!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CE777D-BA65-BDED-7310-5CB3ADD1E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928" y="1911898"/>
            <a:ext cx="3008812" cy="303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4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929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prakash</cp:lastModifiedBy>
  <cp:revision>5</cp:revision>
  <dcterms:created xsi:type="dcterms:W3CDTF">2013-01-27T09:14:16Z</dcterms:created>
  <dcterms:modified xsi:type="dcterms:W3CDTF">2026-10-02T03:27:12Z</dcterms:modified>
  <cp:category/>
</cp:coreProperties>
</file>